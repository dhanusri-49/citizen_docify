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8" r:id="rId5"/>
    <p:sldId id="257" r:id="rId6"/>
    <p:sldId id="259" r:id="rId7"/>
    <p:sldId id="260" r:id="rId8"/>
    <p:sldId id="261" r:id="rId9"/>
    <p:sldId id="262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2951D-39A3-4FDB-96EE-FEBB40FAD7F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C72BB9F-72BD-4885-A33B-6430938468C9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B62951D-39A3-4FDB-96EE-FEBB40FAD7F1}" type="slidenum">
              <a:rPr lang="en-IN" smtClean="0"/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819" y="-265471"/>
            <a:ext cx="12319819" cy="72070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5880"/>
            <a:ext cx="9144000" cy="2834639"/>
          </a:xfrm>
        </p:spPr>
        <p:txBody>
          <a:bodyPr/>
          <a:lstStyle/>
          <a:p>
            <a:r>
              <a:rPr lang="en-US" sz="8800" b="1" dirty="0"/>
              <a:t>THANK YOU</a:t>
            </a:r>
            <a:endParaRPr lang="en-IN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9</Words>
  <Application>WPS Presentation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Retrospect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Aasritha Krishna</dc:creator>
  <cp:lastModifiedBy>Sambhana Dhanu sri</cp:lastModifiedBy>
  <cp:revision>4</cp:revision>
  <dcterms:created xsi:type="dcterms:W3CDTF">2025-12-11T15:56:00Z</dcterms:created>
  <dcterms:modified xsi:type="dcterms:W3CDTF">2025-12-12T03:32:01Z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7651F4B89D4F4AA4B9F13FD967C1C938_12</vt:lpwstr>
  </property>
  <property fmtid="{D5CDD505-2E9C-101B-9397-08002B2CF9AE}" pid="3" name="KSOProductBuildVer">
    <vt:lpwstr>1033-12.2.0.23155</vt:lpwstr>
  </property>
</Properties>
</file>